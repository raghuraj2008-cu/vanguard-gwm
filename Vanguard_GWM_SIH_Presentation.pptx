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SMART INDIA HACKATHON 2026 | GRAND FINALE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Vanguard-GWM: Generative Graph World Model</a:t>
            </a:r>
          </a:p>
          <a:p>
            <a:pPr>
              <a:spcAft>
                <a:spcPts val="2000"/>
              </a:spcAft>
              <a:defRPr sz="1500">
                <a:solidFill>
                  <a:srgbClr val="94A3B8"/>
                </a:solidFill>
              </a:defRPr>
            </a:pPr>
            <a:r>
              <a:t>AI-Based Network Attack Forecasting from Network Telemetry (SIH26-PS153)</a:t>
            </a:r>
          </a:p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TEAM: Apex Coders  |  CATEGORY: Software (Cybersecurity &amp; CII)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Team Leader: Raghuraj Pratap Singh  (UID: 25LBCS3239)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Member 1: Ayush Singh  (UID: 25LBCS3239)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Member 2: [Member Name]  (UID: [UID])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Member 3: [Member Name]  (UID: [UID])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Member 4: [Member Name]  (UID: [UID])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Member 5: [Member Name]  (UID: [UID])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PROPOSED SOLUTION: TRANSITION DYNAMICS FORECASTING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Moving from reactive post-facto classification to proactive trajectory forecasting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</a:defRPr>
            </a:pPr>
            <a:r>
              <a:t>❌ Legacy Post-Facto NIDS Failure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Evaluates isolated flows independently, missing causal multi-stage correlations.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Stealthy APT reconnaissance mimics normal traffic; alerts trigger only AFTER credential detonation.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0s Predictive Lead Time: SOC analysts react after host compromise is complete.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Massive alert fatigue: Thousands of disconnected alerts without trajectory context.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463040"/>
            <a:ext cx="51206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🛡️ The Vanguard-GWM Paradigm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Learns environment transition dynamics P(S_{t+1} | S_t) over dynamic graph snapshots (G_t).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K-Step Autoregressive Rollout: Simulates kill-chain progression across MITRE ATT&amp;CK stages.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+25s to +180s Predictive Lead Time: Early warning during Initial Probe &amp; Reconnaissance.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Payload-Agnostic: Operates over TLS 1.3 / QUIC encrypted streams via unencrypted header geometry.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SYSTEM ARCHITECTURE &amp; METHODOLOGY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End-to-end temporal graph ingestion, perception, and causal transformer rollout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24688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1. Dual Telemetry Ingestion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Fast Polars streaming windowing (Δt = 1-5s).</a:t>
            </a:r>
            <a:br/>
            <a:r>
              <a:t>Builds G_t = (V_t, E_t) using IAT variance, TCP flags, TTL jitter, and port entropy.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463040"/>
            <a:ext cx="24688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79" y="164592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2. Spatial Graph Encoder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2-layer GATv2 with edge features.</a:t>
            </a:r>
            <a:br/>
            <a:r>
              <a:t>Contrastive InfoNCE loss bounds latent geometry and prevents spatial over-smoothing.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24688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4592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3. Causal Dynamics Transformer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Learns P(z_{t+1} | z_t) over lookback T=8.</a:t>
            </a:r>
            <a:br/>
            <a:r>
              <a:t>Autoregressively rolls out K=5 future latent states [ẑ_{t+1} ... ẑ_{t+K}].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1463040"/>
            <a:ext cx="24688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164592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4. Multi-Task Decoder Head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Decodes trajectory to Risk Score (0-1), MITRE ATT&amp;CK Stage, and Attention Feature Weights in 36.4 ms latency.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EMPIRICAL BENCHMARKS &amp; ADVERSARIAL RESILIENCE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Experimental validation against standard classifiers and noise perturbation stress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68580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Baseline Benchmark Comparison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Logistic Regression:  F1 = 1.000 | Recall = 100.0% | Lead Time = 0s (Post-Facto)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Random Forest (100 Trees):  F1 = 0.961 | Recall = 92.6% | Lead Time = 0s (Post-Facto)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Static Deep MLP:  F1 = 0.989 | Recall = 100.0% | Lead Time = 0s (Post-Facto)</a:t>
            </a:r>
          </a:p>
          <a:p>
            <a:pPr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• Vanguard-GWM (Ours):  F1 = 0.939 | APT Recall = 97.9% | Lead Time = +180s to +600s (Proactive)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Key Takeaway: Traditional baselines achieve accuracy only AFTER the network is flooded. Vanguard-GWM flags kill-chains minutes in advance.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0" y="1463040"/>
            <a:ext cx="356616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64592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Adversarial Stress Test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Edge-Dropping Perturbation: Up to 50% dropped graph telemetry produces minimal drift (Δ ≤ 0.0003).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Header Feature Jitter: High Gaussian noise injection (σ = 2.0) maintains stable latent drift (Δ = 0.0044).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Attention Resilience: GATv2 dynamic pooling prevents model evasion during stealth spoofing.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SOC DECISION SUPPORT, EXPLAINABILITY &amp; CLOSED-LOOP ACTUATION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Interpretable feature attribution, counterfactual What-If sandbox, and OpenFlow 1.3 SDN mitigation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33832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1. Non-Black-Box XAI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IAT Variance (Packet Timing): 34% attribution weight.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TCP SYN/ACK Flag Sequence: 28% attribution weight.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Port Scan Entropy: 19% attribution weight.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TTL Jitter &amp; Volume Ratios: 19% attribution weight.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463040"/>
            <a:ext cx="33832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2. 'What-If' Sandbox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Simulates counterfactual host isolation via instant graph pruning.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Projects immediate risk reduction (ΔRisk = -61.1%).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Allows SOC analysts to verify policy safety before committing live firewall changes.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463040"/>
            <a:ext cx="33832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3. Closed-Loop SDN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OpenFlow 1.3 automated flow-mod dispatcher.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Stages OFPFC_ADD DROP &amp; honeynet redirection rules (Port 4).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Fully air-gapped / offline operational prototype with zero cloud API dependencies.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